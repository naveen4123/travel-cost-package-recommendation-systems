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81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5" r:id="rId23"/>
    <p:sldId id="278" r:id="rId24"/>
    <p:sldId id="279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62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3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9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61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99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66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84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63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359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272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806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292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22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055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2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45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  <p:sldLayoutId id="2147484087" r:id="rId12"/>
    <p:sldLayoutId id="2147484088" r:id="rId13"/>
    <p:sldLayoutId id="2147484089" r:id="rId14"/>
    <p:sldLayoutId id="2147484090" r:id="rId15"/>
    <p:sldLayoutId id="2147484091" r:id="rId16"/>
    <p:sldLayoutId id="214748409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7972" y="1498862"/>
            <a:ext cx="5863473" cy="1828534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Cost &amp; Package Recommender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travel package suggestion system based on user preferences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>
              <a:solidFill>
                <a:schemeClr val="bg2">
                  <a:lumMod val="25000"/>
                </a:schemeClr>
              </a:solidFill>
            </a:endParaRPr>
          </a:p>
          <a:p>
            <a:pPr>
              <a:defRPr sz="1800"/>
            </a:pPr>
            <a:r>
              <a:rPr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Team:</a:t>
            </a:r>
          </a:p>
          <a:p>
            <a:pPr marL="0" indent="0">
              <a:buNone/>
              <a:defRPr sz="1800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Anitha Sirigireddy</a:t>
            </a:r>
            <a:endParaRPr lang="en-IN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1800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Bapathi Naveen Kumar Reddy</a:t>
            </a:r>
          </a:p>
          <a:p>
            <a:pPr marL="0" indent="0">
              <a:buNone/>
              <a:defRPr sz="1800"/>
            </a:pP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Ganesh Sura</a:t>
            </a:r>
          </a:p>
          <a:p>
            <a:pPr>
              <a:defRPr sz="1800"/>
            </a:pPr>
            <a:endParaRPr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Stack Team:</a:t>
            </a:r>
          </a:p>
          <a:p>
            <a:pPr marL="0" indent="0">
              <a:buNone/>
              <a:defRPr sz="1800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Shreyas Kandekar</a:t>
            </a:r>
          </a:p>
          <a:p>
            <a:pPr marL="0" indent="0">
              <a:buNone/>
              <a:defRPr sz="1800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Rajoli Srinivas</a:t>
            </a:r>
          </a:p>
          <a:p>
            <a:pPr marL="0" indent="0">
              <a:buNone/>
              <a:defRPr sz="1800"/>
            </a:pPr>
            <a:r>
              <a:rPr lang="en-IN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Malli Prudhvi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>
              <a:defRPr sz="1800"/>
            </a:pPr>
            <a:r>
              <a:rPr b="1" dirty="0"/>
              <a:t>Goal: </a:t>
            </a:r>
            <a:r>
              <a:rPr dirty="0"/>
              <a:t>Recommend top 5 personalized travel packages.</a:t>
            </a:r>
          </a:p>
          <a:p>
            <a:pPr>
              <a:defRPr sz="1800"/>
            </a:pPr>
            <a:r>
              <a:rPr b="1" dirty="0"/>
              <a:t>Inputs: </a:t>
            </a:r>
            <a:r>
              <a:rPr dirty="0"/>
              <a:t>From City, Destination, Trip Duration, Budget, etc.</a:t>
            </a:r>
          </a:p>
          <a:p>
            <a:pPr>
              <a:defRPr sz="1800"/>
            </a:pPr>
            <a:r>
              <a:rPr b="1" dirty="0"/>
              <a:t>Outputs: </a:t>
            </a:r>
            <a:r>
              <a:rPr dirty="0"/>
              <a:t>Top 5 packages with details like type, cost, duration, and accommodation.</a:t>
            </a:r>
          </a:p>
          <a:p>
            <a:pPr>
              <a:defRPr sz="1800"/>
            </a:pPr>
            <a:r>
              <a:rPr b="1" dirty="0"/>
              <a:t>Tech Stack:</a:t>
            </a:r>
            <a:endParaRPr lang="en-IN" b="1" dirty="0"/>
          </a:p>
          <a:p>
            <a:pPr marL="0" indent="0">
              <a:buNone/>
              <a:defRPr sz="1800"/>
            </a:pPr>
            <a:r>
              <a:rPr lang="en-IN" b="1" dirty="0"/>
              <a:t>	</a:t>
            </a:r>
            <a:r>
              <a:rPr dirty="0"/>
              <a:t> - </a:t>
            </a:r>
            <a:r>
              <a:rPr b="1" dirty="0"/>
              <a:t>Data Science: </a:t>
            </a:r>
            <a:r>
              <a:rPr dirty="0"/>
              <a:t>Python, pandas, scikit-learn, Streamlit, Power BI</a:t>
            </a:r>
          </a:p>
          <a:p>
            <a:pPr marL="0" indent="0">
              <a:buNone/>
              <a:defRPr sz="1800"/>
            </a:pPr>
            <a:r>
              <a:rPr lang="en-IN" dirty="0"/>
              <a:t>	</a:t>
            </a:r>
            <a:r>
              <a:rPr dirty="0"/>
              <a:t>- </a:t>
            </a:r>
            <a:r>
              <a:rPr b="1" dirty="0"/>
              <a:t>Full Stack: </a:t>
            </a:r>
            <a:r>
              <a:rPr dirty="0"/>
              <a:t>Flask, React, HTML, CSS, Bootstrap, Vercel, Render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r>
              <a:rPr dirty="0"/>
              <a:t>1. Data Collection</a:t>
            </a:r>
          </a:p>
          <a:p>
            <a:pPr marL="0" indent="0">
              <a:buNone/>
              <a:defRPr sz="1800"/>
            </a:pPr>
            <a:r>
              <a:rPr dirty="0"/>
              <a:t>2. Data Validation &amp; Cleaning</a:t>
            </a:r>
          </a:p>
          <a:p>
            <a:pPr marL="0" indent="0">
              <a:buNone/>
              <a:defRPr sz="1800"/>
            </a:pPr>
            <a:r>
              <a:rPr dirty="0"/>
              <a:t>3. Exploratory Data Analysis (EDA)</a:t>
            </a:r>
          </a:p>
          <a:p>
            <a:pPr marL="0" indent="0">
              <a:buNone/>
              <a:defRPr sz="1800"/>
            </a:pPr>
            <a:r>
              <a:rPr dirty="0"/>
              <a:t>4. </a:t>
            </a:r>
            <a:r>
              <a:rPr lang="en-IN" dirty="0"/>
              <a:t>Predictive Modelling</a:t>
            </a:r>
          </a:p>
          <a:p>
            <a:pPr marL="0" indent="0">
              <a:buNone/>
              <a:defRPr sz="1800"/>
            </a:pPr>
            <a:r>
              <a:rPr dirty="0"/>
              <a:t>5. Recommendation Model (Cosine Similarity)</a:t>
            </a:r>
          </a:p>
          <a:p>
            <a:pPr marL="0" indent="0">
              <a:buNone/>
              <a:defRPr sz="1800"/>
            </a:pPr>
            <a:r>
              <a:rPr dirty="0"/>
              <a:t>6. Streamlit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b="1" dirty="0"/>
              <a:t>Dataset: </a:t>
            </a:r>
            <a:r>
              <a:rPr dirty="0"/>
              <a:t>Travel dataset with 22,342 records and 11 features.</a:t>
            </a:r>
          </a:p>
          <a:p>
            <a:pPr>
              <a:defRPr sz="1800"/>
            </a:pPr>
            <a:r>
              <a:rPr b="1" dirty="0"/>
              <a:t>Key Columns: </a:t>
            </a:r>
            <a:r>
              <a:rPr dirty="0"/>
              <a:t>From_City, Destination, Duration, Budget, Type, Season, etc.</a:t>
            </a:r>
          </a:p>
          <a:p>
            <a:pPr>
              <a:defRPr sz="1800"/>
            </a:pPr>
            <a:r>
              <a:rPr b="1" dirty="0"/>
              <a:t>Objective: </a:t>
            </a:r>
            <a:r>
              <a:rPr dirty="0"/>
              <a:t>Prepare structured data for travel recommendation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Validated data types, removed duplicates, standardized text.</a:t>
            </a:r>
          </a:p>
          <a:p>
            <a:pPr>
              <a:defRPr sz="1800"/>
            </a:pPr>
            <a:r>
              <a:rPr dirty="0"/>
              <a:t>Performed Univariate and Bivariate analysis (Budget, Duration, Season, Type).</a:t>
            </a:r>
          </a:p>
          <a:p>
            <a:pPr>
              <a:defRPr sz="1800"/>
            </a:pPr>
            <a:r>
              <a:rPr dirty="0"/>
              <a:t>Visualized distributions and relationships using Matplotlib and Seaborn.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b="1" dirty="0"/>
              <a:t>Popular destinations</a:t>
            </a:r>
            <a:r>
              <a:rPr dirty="0"/>
              <a:t>: Goa, Delhi, Jaipur</a:t>
            </a:r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b="1" dirty="0"/>
              <a:t>Average Trip Cost: </a:t>
            </a:r>
            <a:r>
              <a:rPr dirty="0"/>
              <a:t>₹49K</a:t>
            </a:r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b="1" dirty="0"/>
              <a:t>Common Duration: </a:t>
            </a:r>
            <a:r>
              <a:rPr dirty="0"/>
              <a:t>4–6 days</a:t>
            </a:r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b="1" dirty="0"/>
              <a:t>Winter season </a:t>
            </a:r>
            <a:r>
              <a:rPr dirty="0"/>
              <a:t>had the most bookings</a:t>
            </a:r>
          </a:p>
          <a:p>
            <a:pPr marL="0" indent="0">
              <a:buNone/>
              <a:defRPr sz="1800"/>
            </a:pPr>
            <a:r>
              <a:rPr dirty="0"/>
              <a:t>• </a:t>
            </a:r>
            <a:r>
              <a:rPr b="1" dirty="0"/>
              <a:t>Luxury packages </a:t>
            </a:r>
            <a:r>
              <a:rPr dirty="0"/>
              <a:t>had the highest budgets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Values &amp; Outliers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No missing values found.</a:t>
            </a:r>
          </a:p>
          <a:p>
            <a:pPr>
              <a:defRPr sz="1800"/>
            </a:pPr>
            <a:r>
              <a:rPr dirty="0"/>
              <a:t>Outliers detected in the Budget column.</a:t>
            </a:r>
          </a:p>
          <a:p>
            <a:pPr>
              <a:defRPr sz="1800"/>
            </a:pPr>
            <a:r>
              <a:rPr dirty="0"/>
              <a:t>Handled using percentile capping (5th–95th).</a:t>
            </a:r>
          </a:p>
          <a:p>
            <a:pPr>
              <a:defRPr sz="1800"/>
            </a:pPr>
            <a:r>
              <a:rPr b="1" dirty="0"/>
              <a:t>Python functions: </a:t>
            </a:r>
            <a:r>
              <a:rPr dirty="0"/>
              <a:t>outlier_detect(), outlier_replacement().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4" y="1371603"/>
            <a:ext cx="6798735" cy="724927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</a:t>
            </a:r>
          </a:p>
        </p:txBody>
      </p:sp>
      <p:pic>
        <p:nvPicPr>
          <p:cNvPr id="3" name="Picture 2" descr="Screenshot 2025-11-02 143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2" y="2450970"/>
            <a:ext cx="7305301" cy="34879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84E7-0608-13B3-0FF2-D3FF0BEC9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A50B8-AD99-CFE4-7F39-F0C1EDE4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667786"/>
            <a:ext cx="6798736" cy="3267346"/>
          </a:xfrm>
        </p:spPr>
        <p:txBody>
          <a:bodyPr/>
          <a:lstStyle/>
          <a:p>
            <a:r>
              <a:rPr lang="en-US" b="1" dirty="0"/>
              <a:t>1.</a:t>
            </a:r>
            <a:r>
              <a:rPr lang="en-US" dirty="0"/>
              <a:t> </a:t>
            </a:r>
            <a:r>
              <a:rPr lang="en-US" b="1" dirty="0"/>
              <a:t>Encoding</a:t>
            </a:r>
            <a:r>
              <a:rPr lang="en-US" dirty="0"/>
              <a:t> : Converting Categorical data to Numerical Data.</a:t>
            </a:r>
            <a:br>
              <a:rPr lang="en-US" dirty="0"/>
            </a:br>
            <a:r>
              <a:rPr lang="en-US" b="1" dirty="0"/>
              <a:t>&gt;</a:t>
            </a:r>
            <a:r>
              <a:rPr lang="en-US" dirty="0"/>
              <a:t> One Hot Encoding</a:t>
            </a:r>
          </a:p>
          <a:p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/>
              <a:t>Scaling</a:t>
            </a:r>
            <a:r>
              <a:rPr lang="en-US" dirty="0"/>
              <a:t> : Transforming all Numerical features to a common scale.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&gt;</a:t>
            </a:r>
            <a:r>
              <a:rPr lang="en-US" dirty="0"/>
              <a:t> Min-Max Scaler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162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b="1" dirty="0"/>
              <a:t>Algorithm</a:t>
            </a:r>
            <a:r>
              <a:rPr dirty="0"/>
              <a:t>: Cosine Similarity</a:t>
            </a:r>
          </a:p>
          <a:p>
            <a:pPr>
              <a:defRPr sz="1800"/>
            </a:pPr>
            <a:r>
              <a:rPr b="1" dirty="0"/>
              <a:t>Features</a:t>
            </a:r>
            <a:r>
              <a:rPr dirty="0"/>
              <a:t>: Destination_Type, Budget, Duration, Season, Accommodation_Type, etc.</a:t>
            </a:r>
          </a:p>
          <a:p>
            <a:pPr>
              <a:defRPr sz="1800"/>
            </a:pPr>
            <a:r>
              <a:rPr b="1" dirty="0"/>
              <a:t>Process</a:t>
            </a:r>
            <a:r>
              <a:rPr dirty="0"/>
              <a:t>:</a:t>
            </a:r>
          </a:p>
          <a:p>
            <a:pPr>
              <a:defRPr sz="1800"/>
            </a:pPr>
            <a:r>
              <a:rPr dirty="0"/>
              <a:t> - Convert user input into a feature vector</a:t>
            </a:r>
          </a:p>
          <a:p>
            <a:pPr>
              <a:defRPr sz="1800"/>
            </a:pPr>
            <a:r>
              <a:rPr dirty="0"/>
              <a:t> - Compute similarity with dataset features</a:t>
            </a:r>
          </a:p>
          <a:p>
            <a:pPr>
              <a:defRPr sz="1800"/>
            </a:pPr>
            <a:r>
              <a:rPr dirty="0"/>
              <a:t> - Return top 5 recommendations</a:t>
            </a:r>
          </a:p>
          <a:p>
            <a:pPr>
              <a:defRPr sz="1800"/>
            </a:pPr>
            <a:r>
              <a:rPr b="1" dirty="0"/>
              <a:t>Output</a:t>
            </a:r>
            <a:r>
              <a:rPr dirty="0"/>
              <a:t>: Ranked travel packages based on similarity.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&amp; Git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Developed interactive app using Streamlit.</a:t>
            </a:r>
          </a:p>
          <a:p>
            <a:pPr>
              <a:defRPr sz="1800"/>
            </a:pPr>
            <a:r>
              <a:rPr dirty="0"/>
              <a:t>Users input preferences and get top 5 travel packages.</a:t>
            </a:r>
          </a:p>
          <a:p>
            <a:pPr>
              <a:defRPr sz="1800"/>
            </a:pPr>
            <a:r>
              <a:rPr dirty="0"/>
              <a:t>Code hosted on GitHub and integrated with full stack team.</a:t>
            </a:r>
          </a:p>
          <a:p>
            <a:pPr>
              <a:defRPr sz="1800"/>
            </a:pPr>
            <a:r>
              <a:rPr dirty="0"/>
              <a:t>Model deployment-ready and tested.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Full Stack Workflow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2F1475-8A61-CE43-BE66-4CA8D78D21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4274" y="2542459"/>
            <a:ext cx="7626285" cy="2961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</a:rPr>
              <a:t>Developed </a:t>
            </a:r>
            <a:r>
              <a:rPr lang="en-US" altLang="en-US" sz="1800" dirty="0">
                <a:solidFill>
                  <a:schemeClr val="tx1"/>
                </a:solidFill>
              </a:rPr>
              <a:t>a </a:t>
            </a:r>
            <a:r>
              <a:rPr lang="en-US" altLang="en-US" sz="1800" b="1" dirty="0">
                <a:solidFill>
                  <a:schemeClr val="tx1"/>
                </a:solidFill>
              </a:rPr>
              <a:t>complete web-based recommender system</a:t>
            </a:r>
            <a:r>
              <a:rPr lang="en-US" altLang="en-US" sz="1800" dirty="0">
                <a:solidFill>
                  <a:schemeClr val="tx1"/>
                </a:solidFill>
              </a:rPr>
              <a:t> integrating Data   Science and Full Stack modules.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Frontend:</a:t>
            </a:r>
            <a:r>
              <a:rPr lang="en-US" altLang="en-US" sz="1800" dirty="0">
                <a:solidFill>
                  <a:schemeClr val="tx1"/>
                </a:solidFill>
              </a:rPr>
              <a:t> React.js (for interactive user input and results display).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Backend:</a:t>
            </a:r>
            <a:r>
              <a:rPr lang="en-US" altLang="en-US" sz="1800" dirty="0">
                <a:solidFill>
                  <a:schemeClr val="tx1"/>
                </a:solidFill>
              </a:rPr>
              <a:t> Flask API (to process input and connect to the ML model).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Model:</a:t>
            </a:r>
            <a:r>
              <a:rPr lang="en-US" altLang="en-US" sz="1800" dirty="0">
                <a:solidFill>
                  <a:schemeClr val="tx1"/>
                </a:solidFill>
              </a:rPr>
              <a:t> Cosine Similarity algorithm for recommendations.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Deployment:</a:t>
            </a:r>
            <a:r>
              <a:rPr lang="en-US" altLang="en-US" sz="1800" dirty="0">
                <a:solidFill>
                  <a:schemeClr val="tx1"/>
                </a:solidFill>
              </a:rPr>
              <a:t> Backend(Flask) → Render, Frontend(React) → Vercel.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Focused on scalability, integration, and seamless user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Backend Development – Flask API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C75583-1A5E-11C5-880A-CC759FDA1F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9415" y="2571395"/>
            <a:ext cx="5553315" cy="171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Designed RESTful endpoints for model communication.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Used </a:t>
            </a:r>
            <a:r>
              <a:rPr lang="en-US" altLang="en-US" sz="1800" b="1" dirty="0">
                <a:solidFill>
                  <a:schemeClr val="tx1"/>
                </a:solidFill>
              </a:rPr>
              <a:t>Flask</a:t>
            </a:r>
            <a:r>
              <a:rPr lang="en-US" altLang="en-US" sz="1800" dirty="0">
                <a:solidFill>
                  <a:schemeClr val="tx1"/>
                </a:solidFill>
              </a:rPr>
              <a:t> for lightweight and fast integration.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Implemented CORS for frontend-backend interaction.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Loaded trained model and handled user inputs.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915339"/>
            <a:ext cx="6901905" cy="1303867"/>
          </a:xfrm>
        </p:spPr>
        <p:txBody>
          <a:bodyPr>
            <a:normAutofit/>
          </a:bodyPr>
          <a:lstStyle/>
          <a:p>
            <a:r>
              <a:rPr lang="en-IN" sz="3200" dirty="0"/>
              <a:t>Frontend Development – React Interface</a:t>
            </a:r>
            <a:endParaRPr sz="3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A43A33-D6B4-BFF9-748A-37E7FFBB0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6547" y="2671349"/>
            <a:ext cx="4476995" cy="259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Developed interactive UI using </a:t>
            </a:r>
            <a:r>
              <a:rPr lang="en-US" altLang="en-US" sz="1800" b="1" dirty="0">
                <a:solidFill>
                  <a:schemeClr val="tx1"/>
                </a:solidFill>
              </a:rPr>
              <a:t>React + Vite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</a:rPr>
              <a:t>Features</a:t>
            </a:r>
            <a:r>
              <a:rPr lang="en-US" altLang="en-US" sz="1800" dirty="0">
                <a:solidFill>
                  <a:schemeClr val="tx1"/>
                </a:solidFill>
              </a:rPr>
              <a:t>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Capture user preferences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Display top 5 packages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Extract complete package details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Integrated with Flask API using Fetch.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Frontend (React)</a:t>
            </a:r>
          </a:p>
          <a:p>
            <a:pPr marL="0" indent="0">
              <a:buNone/>
            </a:pPr>
            <a:r>
              <a:rPr lang="en-US" dirty="0"/>
              <a:t>                                    ↓  (Fetch API)</a:t>
            </a:r>
          </a:p>
          <a:p>
            <a:pPr marL="0" indent="0">
              <a:buNone/>
            </a:pPr>
            <a:r>
              <a:rPr lang="en-US" dirty="0"/>
              <a:t>                             Backend (Flask)</a:t>
            </a:r>
          </a:p>
          <a:p>
            <a:pPr marL="0" indent="0">
              <a:buNone/>
            </a:pPr>
            <a:r>
              <a:rPr lang="en-US" dirty="0"/>
              <a:t>                                    ↓  (Model Interface)</a:t>
            </a:r>
          </a:p>
          <a:p>
            <a:pPr marL="0" indent="0">
              <a:buNone/>
            </a:pPr>
            <a:r>
              <a:rPr lang="en-US" dirty="0"/>
              <a:t>              Machine Learning Model (Cosine Similarity)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&amp; API Testing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37F5D6-8FCB-E8B5-4147-F0CD51CC70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9201" y="2863204"/>
            <a:ext cx="7345601" cy="213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Tools used</a:t>
            </a:r>
            <a:r>
              <a:rPr lang="en-US" altLang="en-US" sz="1800" dirty="0">
                <a:solidFill>
                  <a:schemeClr val="tx1"/>
                </a:solidFill>
              </a:rPr>
              <a:t>: Postman, Flask CORS, JSON Validator.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Verified endpoint connectivity (/recommend).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Tested latency and model response times.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Checked cross-origin requests between </a:t>
            </a:r>
            <a:r>
              <a:rPr lang="en-US" altLang="en-US" sz="1800" b="1" dirty="0">
                <a:solidFill>
                  <a:schemeClr val="tx1"/>
                </a:solidFill>
              </a:rPr>
              <a:t>React (Vercel)</a:t>
            </a:r>
            <a:r>
              <a:rPr lang="en-US" altLang="en-US" sz="1800" dirty="0">
                <a:solidFill>
                  <a:schemeClr val="tx1"/>
                </a:solidFill>
              </a:rPr>
              <a:t> and </a:t>
            </a:r>
            <a:r>
              <a:rPr lang="en-US" altLang="en-US" sz="1800" b="1" dirty="0">
                <a:solidFill>
                  <a:schemeClr val="tx1"/>
                </a:solidFill>
              </a:rPr>
              <a:t>Flask (Render)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Ensured 200 OK responses and consistent JSON output.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Screens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5DD0FD-6C6B-0AE9-D646-A5F52C5E01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6037" y="2752733"/>
            <a:ext cx="7338484" cy="212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Home Page: </a:t>
            </a:r>
            <a:r>
              <a:rPr lang="en-US" altLang="en-US" sz="1800" dirty="0">
                <a:solidFill>
                  <a:schemeClr val="tx1"/>
                </a:solidFill>
              </a:rPr>
              <a:t>Project intro &amp; form inputs.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Destination Selector: </a:t>
            </a:r>
            <a:r>
              <a:rPr lang="en-US" altLang="en-US" sz="1800" dirty="0">
                <a:solidFill>
                  <a:schemeClr val="tx1"/>
                </a:solidFill>
              </a:rPr>
              <a:t>Drop-down with top cities.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Recommendation Results: </a:t>
            </a:r>
            <a:r>
              <a:rPr lang="en-US" altLang="en-US" sz="1800" dirty="0">
                <a:solidFill>
                  <a:schemeClr val="tx1"/>
                </a:solidFill>
              </a:rPr>
              <a:t>Top 5 packages displayed with cost &amp; duration.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Error Handling: </a:t>
            </a:r>
            <a:r>
              <a:rPr lang="en-US" altLang="en-US" sz="1800" dirty="0">
                <a:solidFill>
                  <a:schemeClr val="tx1"/>
                </a:solidFill>
              </a:rPr>
              <a:t>Displays messages for invalid inputs.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Responsive Design: </a:t>
            </a:r>
            <a:r>
              <a:rPr lang="en-US" altLang="en-US" sz="1800" dirty="0">
                <a:solidFill>
                  <a:schemeClr val="tx1"/>
                </a:solidFill>
              </a:rPr>
              <a:t>Works across devices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&amp; Hosting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608623-9467-3D0E-6876-903520DE7A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6865" y="2666514"/>
            <a:ext cx="5714834" cy="2130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Backend (Flask)</a:t>
            </a:r>
            <a:r>
              <a:rPr lang="en-US" altLang="en-US" sz="1800" dirty="0">
                <a:solidFill>
                  <a:schemeClr val="tx1"/>
                </a:solidFill>
              </a:rPr>
              <a:t> deployed on </a:t>
            </a:r>
            <a:r>
              <a:rPr lang="en-US" altLang="en-US" sz="1800" b="1" dirty="0">
                <a:solidFill>
                  <a:schemeClr val="tx1"/>
                </a:solidFill>
              </a:rPr>
              <a:t>Render Cloud Platform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Frontend (React)</a:t>
            </a:r>
            <a:r>
              <a:rPr lang="en-US" altLang="en-US" sz="1800" dirty="0">
                <a:solidFill>
                  <a:schemeClr val="tx1"/>
                </a:solidFill>
              </a:rPr>
              <a:t> deployed on </a:t>
            </a:r>
            <a:r>
              <a:rPr lang="en-US" altLang="en-US" sz="1800" b="1" dirty="0">
                <a:solidFill>
                  <a:schemeClr val="tx1"/>
                </a:solidFill>
              </a:rPr>
              <a:t>Vercel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Environment variables used for secure model connections.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Continuous Integration (CI/CD) for updates.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Final system is globally accessible and lightweight.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Stack Summary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770E43-6C28-569F-2EAB-01EB40D5FC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9878" y="2540626"/>
            <a:ext cx="8504625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Designed and deployed </a:t>
            </a:r>
            <a:r>
              <a:rPr lang="en-US" altLang="en-US" sz="1800" b="1" dirty="0">
                <a:solidFill>
                  <a:schemeClr val="tx1"/>
                </a:solidFill>
              </a:rPr>
              <a:t>a complete recommender web app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Achieved full </a:t>
            </a:r>
            <a:r>
              <a:rPr lang="en-US" altLang="en-US" sz="1800" b="1" dirty="0">
                <a:solidFill>
                  <a:schemeClr val="tx1"/>
                </a:solidFill>
              </a:rPr>
              <a:t>end-to-end communication</a:t>
            </a:r>
            <a:r>
              <a:rPr lang="en-US" altLang="en-US" sz="1800" dirty="0">
                <a:solidFill>
                  <a:schemeClr val="tx1"/>
                </a:solidFill>
              </a:rPr>
              <a:t> between frontend, backend, and model.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</a:rPr>
              <a:t>Focused on performance, reliability, and usability.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Future enhancements: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/>
                </a:solidFill>
              </a:rPr>
              <a:t>Add Google Maps API integration.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/>
                </a:solidFill>
              </a:rPr>
              <a:t>Include user reviews &amp; filter options.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/>
                </a:solidFill>
              </a:rPr>
              <a:t>Implement authentication for personalized suggestions.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02C4-4160-9128-AA51-C4CEAA4A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MARGHADHARSHI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8C6E7C-7A50-3515-2265-E2DA646D6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8" y="2460396"/>
            <a:ext cx="6799262" cy="3387132"/>
          </a:xfrm>
        </p:spPr>
      </p:pic>
    </p:spTree>
    <p:extLst>
      <p:ext uri="{BB962C8B-B14F-4D97-AF65-F5344CB8AC3E}">
        <p14:creationId xmlns:p14="http://schemas.microsoft.com/office/powerpoint/2010/main" val="2567059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 Features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3728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  <a:defRPr sz="1800"/>
            </a:pPr>
            <a:r>
              <a:rPr sz="2600" b="1" dirty="0"/>
              <a:t>Features:</a:t>
            </a:r>
          </a:p>
          <a:p>
            <a:pPr>
              <a:lnSpc>
                <a:spcPct val="120000"/>
              </a:lnSpc>
              <a:defRPr sz="1800"/>
            </a:pPr>
            <a:r>
              <a:rPr sz="2600" dirty="0"/>
              <a:t> - Smart travel recommendations</a:t>
            </a:r>
          </a:p>
          <a:p>
            <a:pPr>
              <a:lnSpc>
                <a:spcPct val="120000"/>
              </a:lnSpc>
              <a:defRPr sz="1800"/>
            </a:pPr>
            <a:r>
              <a:rPr sz="2600" dirty="0"/>
              <a:t> - Responsive design</a:t>
            </a:r>
          </a:p>
          <a:p>
            <a:pPr>
              <a:lnSpc>
                <a:spcPct val="120000"/>
              </a:lnSpc>
              <a:defRPr sz="1800"/>
            </a:pPr>
            <a:r>
              <a:rPr sz="2600" dirty="0"/>
              <a:t> - Power BI dashboard for insights</a:t>
            </a:r>
          </a:p>
          <a:p>
            <a:pPr>
              <a:lnSpc>
                <a:spcPct val="120000"/>
              </a:lnSpc>
              <a:defRPr sz="1800"/>
            </a:pPr>
            <a:r>
              <a:rPr sz="2600" dirty="0"/>
              <a:t> - Error handling and scalability</a:t>
            </a:r>
          </a:p>
          <a:p>
            <a:pPr marL="0" indent="0">
              <a:lnSpc>
                <a:spcPct val="120000"/>
              </a:lnSpc>
              <a:buNone/>
              <a:defRPr sz="1800"/>
            </a:pPr>
            <a:r>
              <a:rPr sz="2600" b="1" dirty="0"/>
              <a:t>Outcome:</a:t>
            </a:r>
          </a:p>
          <a:p>
            <a:pPr>
              <a:lnSpc>
                <a:spcPct val="120000"/>
              </a:lnSpc>
              <a:defRPr sz="1800"/>
            </a:pPr>
            <a:r>
              <a:rPr sz="2600" dirty="0"/>
              <a:t> - Successfully built a data-driven recommender system.</a:t>
            </a:r>
          </a:p>
          <a:p>
            <a:pPr>
              <a:lnSpc>
                <a:spcPct val="120000"/>
              </a:lnSpc>
              <a:defRPr sz="1800"/>
            </a:pPr>
            <a:r>
              <a:rPr sz="2600" dirty="0"/>
              <a:t> - Fully deployed and integrated for real-time use.</a:t>
            </a:r>
          </a:p>
          <a:p>
            <a:pPr marL="0" indent="0">
              <a:lnSpc>
                <a:spcPct val="120000"/>
              </a:lnSpc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882D-DE3B-BD93-43C6-9446155B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Packages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914C64-262A-4F6D-6277-326AFFF51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26922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2A9D-13FF-0FCE-078C-FD140E084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Package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E63863-FD6C-CCA0-E1D1-285AB1CB6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8" y="2522263"/>
            <a:ext cx="6799262" cy="3381924"/>
          </a:xfrm>
        </p:spPr>
      </p:pic>
    </p:spTree>
    <p:extLst>
      <p:ext uri="{BB962C8B-B14F-4D97-AF65-F5344CB8AC3E}">
        <p14:creationId xmlns:p14="http://schemas.microsoft.com/office/powerpoint/2010/main" val="1565054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1683-6EE0-746D-4315-C8DD9244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			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B519F-3312-FB27-D41C-FE1B217DE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							</a:t>
            </a:r>
            <a:r>
              <a:rPr lang="en-IN" sz="2000" b="1" dirty="0"/>
              <a:t>-  MARGHADHARSHI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26237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66</TotalTime>
  <Words>910</Words>
  <Application>Microsoft Office PowerPoint</Application>
  <PresentationFormat>On-screen Show (4:3)</PresentationFormat>
  <Paragraphs>137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Garamond</vt:lpstr>
      <vt:lpstr>Times New Roman</vt:lpstr>
      <vt:lpstr>Wingdings</vt:lpstr>
      <vt:lpstr>Organic</vt:lpstr>
      <vt:lpstr> Travel Cost &amp; Package Recommender System</vt:lpstr>
      <vt:lpstr>Project Members</vt:lpstr>
      <vt:lpstr>Project Overview</vt:lpstr>
      <vt:lpstr>Data Science Workflow</vt:lpstr>
      <vt:lpstr>Data Collection</vt:lpstr>
      <vt:lpstr>Data Validation &amp; EDA</vt:lpstr>
      <vt:lpstr>Key Insights</vt:lpstr>
      <vt:lpstr>Null Values &amp; Outliers Handling</vt:lpstr>
      <vt:lpstr>Power BI Dashboard Overview</vt:lpstr>
      <vt:lpstr>Data Preprocessing</vt:lpstr>
      <vt:lpstr>Recommendation System</vt:lpstr>
      <vt:lpstr>Streamlit &amp; Git Deployment</vt:lpstr>
      <vt:lpstr>Full Stack Workflow</vt:lpstr>
      <vt:lpstr>Backend Development – Flask API</vt:lpstr>
      <vt:lpstr>Frontend Development – React Interface</vt:lpstr>
      <vt:lpstr>System Architecture</vt:lpstr>
      <vt:lpstr>Integration &amp; API Testing</vt:lpstr>
      <vt:lpstr>User Interface Screens</vt:lpstr>
      <vt:lpstr>Deployment &amp; Hosting</vt:lpstr>
      <vt:lpstr>Full Stack Summary</vt:lpstr>
      <vt:lpstr>MARGHADHARSHI</vt:lpstr>
      <vt:lpstr>App Features &amp; Outcome</vt:lpstr>
      <vt:lpstr>Top 5 Packages</vt:lpstr>
      <vt:lpstr>Final Package</vt:lpstr>
      <vt:lpstr>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Chandana Bapathi</dc:creator>
  <cp:keywords/>
  <dc:description>generated using python-pptx</dc:description>
  <cp:lastModifiedBy>Chandana Bapathi</cp:lastModifiedBy>
  <cp:revision>8</cp:revision>
  <dcterms:created xsi:type="dcterms:W3CDTF">2013-01-27T09:14:16Z</dcterms:created>
  <dcterms:modified xsi:type="dcterms:W3CDTF">2025-11-04T07:52:42Z</dcterms:modified>
  <cp:category/>
</cp:coreProperties>
</file>